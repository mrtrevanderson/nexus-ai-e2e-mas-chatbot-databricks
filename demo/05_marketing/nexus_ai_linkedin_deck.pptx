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6858000" y="-1097280"/>
            <a:ext cx="5029200" cy="3474720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772400" y="-548640"/>
            <a:ext cx="5029200" cy="2194560"/>
          </a:xfrm>
          <a:prstGeom prst="rect">
            <a:avLst/>
          </a:prstGeom>
          <a:solidFill>
            <a:srgbClr val="EC4899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900000">
            <a:off x="-1371600" y="4754880"/>
            <a:ext cx="5029200" cy="2011680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720000">
            <a:off x="-914400" y="5303520"/>
            <a:ext cx="3657600" cy="1463040"/>
          </a:xfrm>
          <a:prstGeom prst="rect">
            <a:avLst/>
          </a:prstGeom>
          <a:solidFill>
            <a:srgbClr val="EC4899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Nexus AI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Analytics Assistant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Databricks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64008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Agent Bricks  ·  Lakebase  ·  Databricks Apps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493776"/>
            <a:ext cx="8595360" cy="16459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943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Data Team is Drowning in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D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Repetitive Questions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210312" cy="2103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72768"/>
            <a:ext cx="2103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5727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questions asked over and over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79222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were sales last month?" — repeated daily across teams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210312" cy="2103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743200"/>
            <a:ext cx="2103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74320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spend 40%+ of time on ad-hoc data requests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296265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engineers buried in low-value, repetitive work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913632"/>
            <a:ext cx="210312" cy="2103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913632"/>
            <a:ext cx="2103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913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locked behind SQL knowledge and dashboard access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41330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blocked — unable to explore data independently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5084064"/>
            <a:ext cx="210312" cy="2103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5084064"/>
            <a:ext cx="2103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508406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decisions = missed opportunities and lost revenue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53035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hours or days for answers that should take seconds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493776"/>
            <a:ext cx="8595360" cy="16459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9436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if Anyone Could Talk to Your Data?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31673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AI brings conversational AI directly to your business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47088"/>
            <a:ext cx="457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8288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questions — instant, accurate answers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944368"/>
            <a:ext cx="457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9260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Databricks Multi-Agent Supervisor (MAS)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4041648"/>
            <a:ext cx="457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02336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chat history with enterprise-grade auth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5138928"/>
            <a:ext cx="457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51206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as a Databricks App in minutes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493776"/>
            <a:ext cx="8595360" cy="16459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943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Multi-Agent Supervisor Architecture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2527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question submitted via chat interface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29514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960120" y="236829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59689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query to the appropriate specialized sub-agent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3337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960120" y="341071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Execute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63931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Unity Catalog, run SQL, fetch and process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437997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960120" y="445312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Synthesized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468172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assembles coherent, accurate response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54223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60120" y="5495544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Delivered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5724144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plain-language reply returned to the user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493776"/>
            <a:ext cx="8595360" cy="16459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9436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D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ErgoPro Analytics Assistant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fictional ergonomic chair brand — but the tech is very real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47088"/>
            <a:ext cx="457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8288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chat UI built with React, Vite, and Tailwind CSS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944368"/>
            <a:ext cx="457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9260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with persistent, searchable conversation history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4041648"/>
            <a:ext cx="457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02336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animation while agents reason in the background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5138928"/>
            <a:ext cx="457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51206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surfaced without exposing tool-call complexity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  ·  STEP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493776"/>
            <a:ext cx="8595360" cy="16459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9436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D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Ask Anything About Your Business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question in plain language — no SQL, no filters, no dashboards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755648"/>
            <a:ext cx="8595360" cy="384048"/>
          </a:xfrm>
          <a:prstGeom prst="rect">
            <a:avLst>
              <a:gd name="adj" fmla="val 9524"/>
            </a:avLst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755648"/>
            <a:ext cx="457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556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our top performing products this month?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761488"/>
            <a:ext cx="8595360" cy="384048"/>
          </a:xfrm>
          <a:prstGeom prst="rect">
            <a:avLst>
              <a:gd name="adj" fmla="val 9524"/>
            </a:avLst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761488"/>
            <a:ext cx="457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6148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a summary of sales trends by region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767328"/>
            <a:ext cx="8595360" cy="384048"/>
          </a:xfrm>
          <a:prstGeom prst="rect">
            <a:avLst>
              <a:gd name="adj" fmla="val 9524"/>
            </a:avLst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67328"/>
            <a:ext cx="457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6732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this quarter versus last quarter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773168"/>
            <a:ext cx="8595360" cy="384048"/>
          </a:xfrm>
          <a:prstGeom prst="rect">
            <a:avLst>
              <a:gd name="adj" fmla="val 9524"/>
            </a:avLst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4773168"/>
            <a:ext cx="457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77316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insights can you find in the latest data?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  ·  STEP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493776"/>
            <a:ext cx="8595360" cy="16459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943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Supervisor Orchestrates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Behind the Scenes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773936"/>
            <a:ext cx="457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75564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 receives query and determines intent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871216"/>
            <a:ext cx="457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8529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specialized sub-agents: SQL, summarization, retrieval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968496"/>
            <a:ext cx="457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395020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execute tools, query databases, and synthesize results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5065776"/>
            <a:ext cx="457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50474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a clean working animation — no cognitive overload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  ·  STEP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493776"/>
            <a:ext cx="8595360" cy="16459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9436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D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Instant, Accurate, Actionable Insights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609344"/>
            <a:ext cx="45720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9105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final response in plain language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706624"/>
            <a:ext cx="45720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68833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Citable sources and data references included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803904"/>
            <a:ext cx="45720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378561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saved for follow-up questions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4901184"/>
            <a:ext cx="45720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488289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dig deeper with follow-on prompts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493776"/>
            <a:ext cx="8595360" cy="16459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9436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Enterprise-Grade AI Infrastructure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499616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813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Bricks — Build and deploy multi-agent systems with ease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414016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3957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Lakebase (Postgres) — Persistent chat history with lakehouse governance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328416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33101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— Governed, secure data access for all agents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4242816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42245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Apps — One-command deployment with built-in auth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5157216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51389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from prototype to production on the same platform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493776"/>
            <a:ext cx="8595360" cy="16459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9436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Democratizing Data Access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" y="1499616"/>
            <a:ext cx="45720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813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analyst ad-hoc request volume by 50% or more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414016"/>
            <a:ext cx="45720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3957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business users to self-serve insights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328416"/>
            <a:ext cx="45720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33101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 — answers in seconds, not days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4242816"/>
            <a:ext cx="45720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42245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agent framework across business units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5157216"/>
            <a:ext cx="45720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51389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your existing Databricks investment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493776"/>
            <a:ext cx="8595360" cy="16459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9436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0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 Modern, Production-Ready Tech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53896"/>
            <a:ext cx="457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3560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React, Vite, Tailwind CSS, Vercel AI SDK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322576"/>
            <a:ext cx="457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3042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ExpressJS with Databricks authentication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191256"/>
            <a:ext cx="457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31729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— Databricks Agent Bricks, Multi-Agent Supervisor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4059936"/>
            <a:ext cx="457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404164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Databricks Lakebase (Postgres)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4928616"/>
            <a:ext cx="457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49103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— GitHub Actions to Databricks Apps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5797296"/>
            <a:ext cx="457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577900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template — fork and deploy in a day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6858000" y="-1097280"/>
            <a:ext cx="5029200" cy="3474720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772400" y="-548640"/>
            <a:ext cx="5029200" cy="2194560"/>
          </a:xfrm>
          <a:prstGeom prst="rect">
            <a:avLst/>
          </a:prstGeom>
          <a:solidFill>
            <a:srgbClr val="EC4899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900000">
            <a:off x="-1371600" y="4754880"/>
            <a:ext cx="5029200" cy="2011680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56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"/>
            <a:ext cx="8595360" cy="16459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4008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This for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Organization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you're exploring AI for analytics or ready to deploy — let's connect.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" y="2523744"/>
            <a:ext cx="45720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50545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implementation on Databricks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3392424"/>
            <a:ext cx="45720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37413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 design for your data domain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4261104"/>
            <a:ext cx="45720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424281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production-ready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62636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me or drop a comment below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2026-04-13T04:46:00Z</dcterms:created>
  <dcterms:modified xsi:type="dcterms:W3CDTF">2026-04-13T04:46:00Z</dcterms:modified>
</cp:coreProperties>
</file>